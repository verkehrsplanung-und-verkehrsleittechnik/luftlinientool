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73" r:id="rId2"/>
  </p:sldIdLst>
  <p:sldSz cx="12192000" cy="6858000"/>
  <p:notesSz cx="7086600" cy="10223500"/>
  <p:custDataLst>
    <p:tags r:id="rId5"/>
  </p:custDataLst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CC9B00"/>
    <a:srgbClr val="CC3300"/>
    <a:srgbClr val="008000"/>
    <a:srgbClr val="00519E"/>
    <a:srgbClr val="85B9FF"/>
    <a:srgbClr val="00BEFF"/>
    <a:srgbClr val="008CEC"/>
    <a:srgbClr val="124FCA"/>
    <a:srgbClr val="135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404" autoAdjust="0"/>
  </p:normalViewPr>
  <p:slideViewPr>
    <p:cSldViewPr snapToGrid="0">
      <p:cViewPr varScale="1">
        <p:scale>
          <a:sx n="115" d="100"/>
          <a:sy n="115" d="100"/>
        </p:scale>
        <p:origin x="29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33400" y="152400"/>
            <a:ext cx="6019800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defRPr sz="1000" b="0" smtClean="0"/>
            </a:lvl1pPr>
          </a:lstStyle>
          <a:p>
            <a:pPr>
              <a:defRPr/>
            </a:pPr>
            <a:r>
              <a:rPr lang="de-DE"/>
              <a:t>Präsentationstitel</a:t>
            </a:r>
            <a:br>
              <a:rPr lang="de-DE"/>
            </a:br>
            <a:r>
              <a:rPr lang="de-DE"/>
              <a:t>Datum/Untertitel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943600" y="9686925"/>
            <a:ext cx="914400" cy="53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>
              <a:defRPr sz="1000" b="0" smtClean="0"/>
            </a:lvl1pPr>
          </a:lstStyle>
          <a:p>
            <a:pPr>
              <a:defRPr/>
            </a:pPr>
            <a:r>
              <a:rPr lang="de-DE"/>
              <a:t>Seite </a:t>
            </a:r>
            <a:fld id="{E4F68F1A-7B1B-4DAD-AD40-43842CE2F7CE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737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1388" y="4872038"/>
            <a:ext cx="5203825" cy="46212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2036" tIns="48528" rIns="92036" bIns="4852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5123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57188" y="889000"/>
            <a:ext cx="6373812" cy="3586163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1577182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42913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885825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28738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771650" algn="l" defTabSz="7366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fik 14"/>
          <p:cNvPicPr>
            <a:picLocks noChangeAspect="1"/>
          </p:cNvPicPr>
          <p:nvPr userDrawn="1"/>
        </p:nvPicPr>
        <p:blipFill rotWithShape="1">
          <a:blip r:embed="rId2"/>
          <a:srcRect l="319" r="-319" b="8298"/>
          <a:stretch/>
        </p:blipFill>
        <p:spPr>
          <a:xfrm>
            <a:off x="1654" y="1202422"/>
            <a:ext cx="12239137" cy="4094031"/>
          </a:xfrm>
          <a:prstGeom prst="rect">
            <a:avLst/>
          </a:prstGeom>
        </p:spPr>
      </p:pic>
      <p:pic>
        <p:nvPicPr>
          <p:cNvPr id="49" name="Grafik 48"/>
          <p:cNvPicPr>
            <a:picLocks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4084" y="244276"/>
            <a:ext cx="4680000" cy="4680000"/>
          </a:xfrm>
          <a:prstGeom prst="rect">
            <a:avLst/>
          </a:prstGeom>
        </p:spPr>
      </p:pic>
      <p:sp>
        <p:nvSpPr>
          <p:cNvPr id="11" name="Ellipse 10"/>
          <p:cNvSpPr>
            <a:spLocks noChangeAspect="1"/>
          </p:cNvSpPr>
          <p:nvPr userDrawn="1"/>
        </p:nvSpPr>
        <p:spPr bwMode="auto">
          <a:xfrm>
            <a:off x="9430600" y="3141070"/>
            <a:ext cx="2160000" cy="2154514"/>
          </a:xfrm>
          <a:prstGeom prst="ellipse">
            <a:avLst/>
          </a:prstGeom>
          <a:solidFill>
            <a:srgbClr val="323232"/>
          </a:solidFill>
          <a:ln w="1270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208" tIns="45604" rIns="91208" bIns="4560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2114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394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5" hasCustomPrompt="1"/>
          </p:nvPr>
        </p:nvSpPr>
        <p:spPr>
          <a:xfrm>
            <a:off x="1352440" y="5368279"/>
            <a:ext cx="10415189" cy="718250"/>
          </a:xfrm>
        </p:spPr>
        <p:txBody>
          <a:bodyPr numCol="2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36" baseline="0">
                <a:solidFill>
                  <a:srgbClr val="323232"/>
                </a:solidFill>
              </a:defRPr>
            </a:lvl1pPr>
            <a:lvl2pPr marL="342522" indent="0">
              <a:buNone/>
              <a:defRPr/>
            </a:lvl2pPr>
            <a:lvl3pPr marL="685042" indent="0">
              <a:buNone/>
              <a:defRPr/>
            </a:lvl3pPr>
            <a:lvl4pPr marL="1507092" indent="0">
              <a:buNone/>
              <a:defRPr/>
            </a:lvl4pPr>
            <a:lvl5pPr marL="1809652" indent="0">
              <a:buNone/>
              <a:defRPr/>
            </a:lvl5pPr>
          </a:lstStyle>
          <a:p>
            <a:pPr lvl="0"/>
            <a:r>
              <a:rPr lang="de-DE" dirty="0"/>
              <a:t>Titel Vorname Nachname</a:t>
            </a:r>
            <a:endParaRPr lang="en-US" dirty="0"/>
          </a:p>
        </p:txBody>
      </p:sp>
      <p:sp>
        <p:nvSpPr>
          <p:cNvPr id="48" name="Titel 47"/>
          <p:cNvSpPr>
            <a:spLocks noGrp="1" noChangeAspect="1"/>
          </p:cNvSpPr>
          <p:nvPr>
            <p:ph type="title" hasCustomPrompt="1"/>
          </p:nvPr>
        </p:nvSpPr>
        <p:spPr>
          <a:xfrm>
            <a:off x="9500195" y="3798732"/>
            <a:ext cx="2020810" cy="71801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86521" tIns="86521" rIns="0" bIns="0" numCol="1" anchor="ctr" anchorCtr="0" compatLnSpc="1">
            <a:prstTxWarp prst="textNoShape">
              <a:avLst/>
            </a:prstTxWarp>
          </a:bodyPr>
          <a:lstStyle>
            <a:lvl1pPr>
              <a:defRPr kumimoji="0" lang="de-DE" sz="1436" b="0" i="0" u="none" strike="noStrike" kern="1200" cap="none" spc="0" normalizeH="0" baseline="0" dirty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ctr" defTabSz="684031" eaLnBrk="1" fontAlgn="auto" latinLnBrk="0" hangingPunct="1">
              <a:lnSpc>
                <a:spcPct val="100000"/>
              </a:lnSpc>
              <a:spcBef>
                <a:spcPts val="748"/>
              </a:spcBef>
              <a:spcAft>
                <a:spcPts val="0"/>
              </a:spcAft>
              <a:buClr>
                <a:srgbClr val="00BEFF"/>
              </a:buClr>
              <a:buSzTx/>
              <a:buFont typeface="Arial" panose="020B0604020202020204" pitchFamily="34" charset="0"/>
              <a:buNone/>
              <a:tabLst/>
            </a:pPr>
            <a:r>
              <a:rPr lang="de-DE" noProof="0" dirty="0"/>
              <a:t>Klicken Sie, um den Titel zu bearbeiten</a:t>
            </a:r>
          </a:p>
        </p:txBody>
      </p:sp>
      <p:cxnSp>
        <p:nvCxnSpPr>
          <p:cNvPr id="3" name="Gerader Verbinder 2"/>
          <p:cNvCxnSpPr/>
          <p:nvPr userDrawn="1"/>
        </p:nvCxnSpPr>
        <p:spPr bwMode="auto">
          <a:xfrm>
            <a:off x="0" y="6159224"/>
            <a:ext cx="12192000" cy="0"/>
          </a:xfrm>
          <a:prstGeom prst="line">
            <a:avLst/>
          </a:prstGeom>
          <a:solidFill>
            <a:schemeClr val="bg2"/>
          </a:solidFill>
          <a:ln w="76200" cap="flat" cmpd="sng" algn="ctr">
            <a:solidFill>
              <a:srgbClr val="00419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Textplatzhalter 3"/>
          <p:cNvSpPr>
            <a:spLocks noGrp="1"/>
          </p:cNvSpPr>
          <p:nvPr>
            <p:ph type="body" sz="quarter" idx="16" hasCustomPrompt="1"/>
          </p:nvPr>
        </p:nvSpPr>
        <p:spPr>
          <a:xfrm>
            <a:off x="6691393" y="2054535"/>
            <a:ext cx="4567836" cy="892084"/>
          </a:xfrm>
          <a:noFill/>
          <a:ln w="12700">
            <a:noFill/>
            <a:miter lim="800000"/>
            <a:headEnd/>
            <a:tailEnd/>
          </a:ln>
        </p:spPr>
        <p:txBody>
          <a:bodyPr vert="horz" wrap="square" lIns="86521" tIns="57680" rIns="86521" bIns="57680" numCol="1" anchor="ctr" anchorCtr="0" compatLnSpc="1">
            <a:prstTxWarp prst="textNoShape">
              <a:avLst/>
            </a:prstTxWarp>
            <a:spAutoFit/>
          </a:bodyPr>
          <a:lstStyle>
            <a:lvl1pPr>
              <a:lnSpc>
                <a:spcPct val="105000"/>
              </a:lnSpc>
              <a:defRPr kumimoji="0" lang="de-DE" sz="28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j-ea"/>
                <a:cs typeface="+mj-cs"/>
              </a:defRPr>
            </a:lvl1pPr>
          </a:lstStyle>
          <a:p>
            <a:pPr marL="0" marR="0" lvl="0" indent="0" algn="ctr" defTabSz="684031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de-DE" noProof="0" dirty="0"/>
              <a:t>Klicken Sie , um  den Untertitel zu bearbeiten</a:t>
            </a:r>
          </a:p>
        </p:txBody>
      </p:sp>
      <p:sp>
        <p:nvSpPr>
          <p:cNvPr id="13" name="Text Box 1050"/>
          <p:cNvSpPr txBox="1">
            <a:spLocks noChangeArrowheads="1"/>
          </p:cNvSpPr>
          <p:nvPr userDrawn="1"/>
        </p:nvSpPr>
        <p:spPr bwMode="auto">
          <a:xfrm>
            <a:off x="1329653" y="6196264"/>
            <a:ext cx="6664004" cy="6449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1197" b="0" dirty="0">
                <a:solidFill>
                  <a:srgbClr val="323232"/>
                </a:solidFill>
                <a:latin typeface="Arial" charset="0"/>
              </a:rPr>
              <a:t>Institut für Straßen- und Verkehrswesen</a:t>
            </a:r>
          </a:p>
          <a:p>
            <a:pPr marL="0" marR="0" lvl="0" indent="0" algn="l" defTabSz="76009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197" b="0" dirty="0">
                <a:solidFill>
                  <a:srgbClr val="323232"/>
                </a:solidFill>
                <a:latin typeface="Arial" charset="0"/>
              </a:rPr>
              <a:t>Lehrstuhl für Verkehrsplanung und Verkehrsleittechnik</a:t>
            </a:r>
            <a:br>
              <a:rPr lang="de-DE" sz="1197" b="0" dirty="0">
                <a:solidFill>
                  <a:srgbClr val="323232"/>
                </a:solidFill>
                <a:latin typeface="Arial" charset="0"/>
              </a:rPr>
            </a:b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Pfaffenwaldring 7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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70569 Stuttgart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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Tel. +49 (0)711 685-82482 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  <a:sym typeface="Wingdings" pitchFamily="2" charset="2"/>
              </a:rPr>
              <a:t></a:t>
            </a:r>
            <a:r>
              <a:rPr kumimoji="0" lang="de-DE" sz="1197" b="0" i="0" u="none" strike="noStrike" kern="1200" cap="none" spc="0" normalizeH="0" baseline="0" noProof="0" dirty="0">
                <a:ln>
                  <a:noFill/>
                </a:ln>
                <a:solidFill>
                  <a:srgbClr val="323232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www.isv.uni-stuttgart.de/vuv/</a:t>
            </a:r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4" cstate="print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605" y="268695"/>
            <a:ext cx="2468240" cy="517081"/>
          </a:xfrm>
          <a:prstGeom prst="rect">
            <a:avLst/>
          </a:prstGeom>
        </p:spPr>
      </p:pic>
      <p:pic>
        <p:nvPicPr>
          <p:cNvPr id="14" name="Grafik 13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4264" y="6282479"/>
            <a:ext cx="544816" cy="35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30450"/>
      </p:ext>
    </p:extLst>
  </p:cSld>
  <p:clrMapOvr>
    <a:masterClrMapping/>
  </p:clrMapOvr>
  <p:transition spd="slow" advTm="5000">
    <p:wipe dir="r"/>
  </p:transition>
  <p:extLst>
    <p:ext uri="{DCECCB84-F9BA-43D5-87BE-67443E8EF086}">
      <p15:sldGuideLst xmlns:p15="http://schemas.microsoft.com/office/powerpoint/2012/main">
        <p15:guide id="1" orient="horz" pos="216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35B67-5C68-400B-B1DA-DE013FC55DF3}" type="datetime1">
              <a:rPr lang="de-DE" smtClean="0"/>
              <a:t>10.09.2024</a:t>
            </a:fld>
            <a:endParaRPr lang="de-DE"/>
          </a:p>
        </p:txBody>
      </p:sp>
      <p:sp>
        <p:nvSpPr>
          <p:cNvPr id="11" name="Fußzeilenplatzhalt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B424D-7388-4E47-96DE-05DD08099B49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3" name="Titel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</p:cSld>
  <p:clrMapOvr>
    <a:masterClrMapping/>
  </p:clrMapOvr>
  <p:transition spd="slow"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479999" y="1080000"/>
            <a:ext cx="11184000" cy="540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45085485"/>
      </p:ext>
    </p:extLst>
  </p:cSld>
  <p:clrMapOvr>
    <a:masterClrMapping/>
  </p:clrMapOvr>
  <p:transition spd="slow"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tion Fin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59555" y="0"/>
            <a:ext cx="10702812" cy="1080000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479999" y="1227667"/>
            <a:ext cx="11184000" cy="525233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3" name="Textfeld 2"/>
          <p:cNvSpPr txBox="1"/>
          <p:nvPr userDrawn="1"/>
        </p:nvSpPr>
        <p:spPr>
          <a:xfrm>
            <a:off x="148497" y="245534"/>
            <a:ext cx="4972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4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80690543"/>
      </p:ext>
    </p:extLst>
  </p:cSld>
  <p:clrMapOvr>
    <a:masterClrMapping/>
  </p:clrMapOvr>
  <p:transition spd="slow"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sfolie Ty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2"/>
          <p:cNvSpPr txBox="1">
            <a:spLocks/>
          </p:cNvSpPr>
          <p:nvPr userDrawn="1"/>
        </p:nvSpPr>
        <p:spPr bwMode="auto">
          <a:xfrm>
            <a:off x="1463576" y="949232"/>
            <a:ext cx="6480000" cy="6480000"/>
          </a:xfrm>
          <a:prstGeom prst="flowChartConnector">
            <a:avLst/>
          </a:prstGeom>
          <a:solidFill>
            <a:srgbClr val="00BEFF"/>
          </a:solidFill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 defTabSz="552842" rtl="0" eaLnBrk="0" fontAlgn="base" hangingPunct="0">
              <a:lnSpc>
                <a:spcPts val="1875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3380" indent="0" algn="l" defTabSz="552842" rtl="0" eaLnBrk="0" fontAlgn="base" hangingPunct="0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2pPr>
            <a:lvl3pPr marL="686759" indent="0" algn="l" defTabSz="552842" rtl="0" eaLnBrk="0" fontAlgn="base" hangingPunct="0">
              <a:lnSpc>
                <a:spcPts val="1875"/>
              </a:lnSpc>
              <a:spcBef>
                <a:spcPts val="361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3pPr>
            <a:lvl4pPr marL="1510869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4pPr>
            <a:lvl5pPr marL="1814187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5pPr>
            <a:lvl6pPr marL="2309797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6pPr>
            <a:lvl7pPr marL="2639442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7pPr>
            <a:lvl8pPr marL="2969085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8pPr>
            <a:lvl9pPr marL="3298729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sz="2800" kern="0" dirty="0"/>
          </a:p>
        </p:txBody>
      </p:sp>
      <p:sp>
        <p:nvSpPr>
          <p:cNvPr id="7" name="Textplatzhalter 2"/>
          <p:cNvSpPr txBox="1">
            <a:spLocks/>
          </p:cNvSpPr>
          <p:nvPr userDrawn="1"/>
        </p:nvSpPr>
        <p:spPr bwMode="auto">
          <a:xfrm>
            <a:off x="1377151" y="242115"/>
            <a:ext cx="1980000" cy="1980000"/>
          </a:xfrm>
          <a:prstGeom prst="flowChartConnector">
            <a:avLst/>
          </a:prstGeom>
          <a:solidFill>
            <a:schemeClr val="tx1"/>
          </a:solidFill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 defTabSz="552842" rtl="0" eaLnBrk="0" fontAlgn="base" hangingPunct="0">
              <a:lnSpc>
                <a:spcPts val="1875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3380" indent="0" algn="l" defTabSz="552842" rtl="0" eaLnBrk="0" fontAlgn="base" hangingPunct="0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2pPr>
            <a:lvl3pPr marL="686759" indent="0" algn="l" defTabSz="552842" rtl="0" eaLnBrk="0" fontAlgn="base" hangingPunct="0">
              <a:lnSpc>
                <a:spcPts val="1875"/>
              </a:lnSpc>
              <a:spcBef>
                <a:spcPts val="361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3pPr>
            <a:lvl4pPr marL="1510869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4pPr>
            <a:lvl5pPr marL="1814187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5pPr>
            <a:lvl6pPr marL="2309797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6pPr>
            <a:lvl7pPr marL="2639442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7pPr>
            <a:lvl8pPr marL="2969085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8pPr>
            <a:lvl9pPr marL="3298729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sz="2800" kern="0" dirty="0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3" hasCustomPrompt="1"/>
          </p:nvPr>
        </p:nvSpPr>
        <p:spPr>
          <a:xfrm>
            <a:off x="1377245" y="762000"/>
            <a:ext cx="1919111" cy="914400"/>
          </a:xfrm>
        </p:spPr>
        <p:txBody>
          <a:bodyPr lIns="0" tIns="0" anchor="ctr" anchorCtr="0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  <a:lvl2pPr marL="476250" indent="0">
              <a:buNone/>
              <a:defRPr>
                <a:solidFill>
                  <a:schemeClr val="bg1"/>
                </a:solidFill>
              </a:defRPr>
            </a:lvl2pPr>
            <a:lvl3pPr marL="952500" indent="0">
              <a:buNone/>
              <a:defRPr>
                <a:solidFill>
                  <a:schemeClr val="bg1"/>
                </a:solidFill>
              </a:defRPr>
            </a:lvl3pPr>
            <a:lvl4pPr marL="2095500" indent="0">
              <a:buNone/>
              <a:defRPr>
                <a:solidFill>
                  <a:schemeClr val="bg1"/>
                </a:solidFill>
              </a:defRPr>
            </a:lvl4pPr>
            <a:lvl5pPr marL="251618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Inhalt</a:t>
            </a:r>
          </a:p>
        </p:txBody>
      </p:sp>
      <p:sp>
        <p:nvSpPr>
          <p:cNvPr id="15" name="Textplatzhalter 14"/>
          <p:cNvSpPr>
            <a:spLocks noGrp="1"/>
          </p:cNvSpPr>
          <p:nvPr>
            <p:ph type="body" sz="quarter" idx="14"/>
          </p:nvPr>
        </p:nvSpPr>
        <p:spPr>
          <a:xfrm>
            <a:off x="2670628" y="2308497"/>
            <a:ext cx="4410656" cy="3865881"/>
          </a:xfrm>
        </p:spPr>
        <p:txBody>
          <a:bodyPr/>
          <a:lstStyle>
            <a:lvl1pPr>
              <a:buClr>
                <a:schemeClr val="bg1"/>
              </a:buClr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348688065"/>
      </p:ext>
    </p:extLst>
  </p:cSld>
  <p:clrMapOvr>
    <a:masterClrMapping/>
  </p:clrMapOvr>
  <p:transition spd="slow"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sfolie Ty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Inhalt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 hasCustomPrompt="1"/>
          </p:nvPr>
        </p:nvSpPr>
        <p:spPr>
          <a:xfrm>
            <a:off x="479999" y="1080000"/>
            <a:ext cx="6596876" cy="5400000"/>
          </a:xfrm>
        </p:spPr>
        <p:txBody>
          <a:bodyPr/>
          <a:lstStyle>
            <a:lvl1pPr>
              <a:defRPr baseline="0"/>
            </a:lvl1pPr>
          </a:lstStyle>
          <a:p>
            <a:pPr lvl="0"/>
            <a:r>
              <a:rPr lang="de-DE" dirty="0"/>
              <a:t>Kapitel 1</a:t>
            </a:r>
          </a:p>
          <a:p>
            <a:pPr lvl="0"/>
            <a:r>
              <a:rPr lang="de-DE" dirty="0"/>
              <a:t>Kapitel 2</a:t>
            </a:r>
          </a:p>
        </p:txBody>
      </p:sp>
      <p:sp>
        <p:nvSpPr>
          <p:cNvPr id="4" name="Textplatzhalter 2"/>
          <p:cNvSpPr txBox="1">
            <a:spLocks/>
          </p:cNvSpPr>
          <p:nvPr userDrawn="1"/>
        </p:nvSpPr>
        <p:spPr bwMode="auto">
          <a:xfrm>
            <a:off x="7698717" y="540000"/>
            <a:ext cx="3240000" cy="3240000"/>
          </a:xfrm>
          <a:prstGeom prst="flowChartConnector">
            <a:avLst/>
          </a:prstGeom>
          <a:solidFill>
            <a:srgbClr val="00519E"/>
          </a:solidFill>
          <a:ln w="12700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marL="0" indent="0" algn="ctr" defTabSz="552842" rtl="0" eaLnBrk="0" fontAlgn="base" hangingPunct="0">
              <a:lnSpc>
                <a:spcPts val="1875"/>
              </a:lnSpc>
              <a:spcBef>
                <a:spcPts val="120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343380" indent="0" algn="l" defTabSz="552842" rtl="0" eaLnBrk="0" fontAlgn="base" hangingPunct="0">
              <a:lnSpc>
                <a:spcPts val="1875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2pPr>
            <a:lvl3pPr marL="686759" indent="0" algn="l" defTabSz="552842" rtl="0" eaLnBrk="0" fontAlgn="base" hangingPunct="0">
              <a:lnSpc>
                <a:spcPts val="1875"/>
              </a:lnSpc>
              <a:spcBef>
                <a:spcPts val="361"/>
              </a:spcBef>
              <a:spcAft>
                <a:spcPct val="0"/>
              </a:spcAft>
              <a:buClr>
                <a:schemeClr val="accent1"/>
              </a:buClr>
              <a:buSzPct val="110000"/>
              <a:buFont typeface="Arial" panose="020B0604020202020204" pitchFamily="34" charset="0"/>
              <a:buNone/>
              <a:defRPr sz="1600">
                <a:solidFill>
                  <a:srgbClr val="323232"/>
                </a:solidFill>
                <a:latin typeface="+mn-lt"/>
              </a:defRPr>
            </a:lvl3pPr>
            <a:lvl4pPr marL="1510869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4pPr>
            <a:lvl5pPr marL="1814187" indent="0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None/>
              <a:defRPr sz="1125">
                <a:solidFill>
                  <a:schemeClr val="tx1"/>
                </a:solidFill>
                <a:latin typeface="+mn-lt"/>
              </a:defRPr>
            </a:lvl5pPr>
            <a:lvl6pPr marL="2309797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6pPr>
            <a:lvl7pPr marL="2639442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7pPr>
            <a:lvl8pPr marL="2969085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8pPr>
            <a:lvl9pPr marL="3298729" indent="-165967" algn="l" defTabSz="552842" rtl="0" eaLnBrk="0" fontAlgn="base" hangingPunct="0">
              <a:spcBef>
                <a:spcPct val="20000"/>
              </a:spcBef>
              <a:spcAft>
                <a:spcPct val="0"/>
              </a:spcAft>
              <a:buSzPct val="100000"/>
              <a:buChar char="•"/>
              <a:defRPr sz="1125">
                <a:solidFill>
                  <a:schemeClr val="tx1"/>
                </a:solidFill>
                <a:latin typeface="+mn-lt"/>
              </a:defRPr>
            </a:lvl9pPr>
          </a:lstStyle>
          <a:p>
            <a:endParaRPr lang="de-DE" sz="2800" kern="0" dirty="0"/>
          </a:p>
        </p:txBody>
      </p:sp>
      <p:sp>
        <p:nvSpPr>
          <p:cNvPr id="5" name="Textplatzhalt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7642416" y="1259138"/>
            <a:ext cx="3408000" cy="1800000"/>
          </a:xfrm>
        </p:spPr>
        <p:txBody>
          <a:bodyPr lIns="0" tIns="0" anchor="ctr" anchorCtr="0"/>
          <a:lstStyle>
            <a:lvl1pPr marL="0" indent="0" algn="ctr">
              <a:buClr>
                <a:schemeClr val="bg1"/>
              </a:buCl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 dirty="0"/>
              <a:t>Text oder Bild</a:t>
            </a:r>
          </a:p>
        </p:txBody>
      </p:sp>
    </p:spTree>
    <p:extLst>
      <p:ext uri="{BB962C8B-B14F-4D97-AF65-F5344CB8AC3E}">
        <p14:creationId xmlns:p14="http://schemas.microsoft.com/office/powerpoint/2010/main" val="263535196"/>
      </p:ext>
    </p:extLst>
  </p:cSld>
  <p:clrMapOvr>
    <a:masterClrMapping/>
  </p:clrMapOvr>
  <p:transition spd="slow"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sfolie Ty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k object 16"/>
          <p:cNvSpPr/>
          <p:nvPr userDrawn="1"/>
        </p:nvSpPr>
        <p:spPr>
          <a:xfrm>
            <a:off x="0" y="-6"/>
            <a:ext cx="12192000" cy="68580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lang="de-DE" sz="2400" dirty="0"/>
          </a:p>
        </p:txBody>
      </p:sp>
      <p:sp>
        <p:nvSpPr>
          <p:cNvPr id="7" name="bk object 17"/>
          <p:cNvSpPr/>
          <p:nvPr userDrawn="1"/>
        </p:nvSpPr>
        <p:spPr>
          <a:xfrm>
            <a:off x="1842878" y="-658678"/>
            <a:ext cx="8604000" cy="4779677"/>
          </a:xfrm>
          <a:custGeom>
            <a:avLst/>
            <a:gdLst/>
            <a:ahLst/>
            <a:cxnLst/>
            <a:rect l="l" t="t" r="r" b="b"/>
            <a:pathLst>
              <a:path w="6544309" h="3926204">
                <a:moveTo>
                  <a:pt x="68016" y="0"/>
                </a:moveTo>
                <a:lnTo>
                  <a:pt x="42823" y="123182"/>
                </a:lnTo>
                <a:lnTo>
                  <a:pt x="10846" y="385553"/>
                </a:lnTo>
                <a:lnTo>
                  <a:pt x="0" y="653897"/>
                </a:lnTo>
                <a:lnTo>
                  <a:pt x="10846" y="922242"/>
                </a:lnTo>
                <a:lnTo>
                  <a:pt x="42823" y="1184612"/>
                </a:lnTo>
                <a:lnTo>
                  <a:pt x="95089" y="1440166"/>
                </a:lnTo>
                <a:lnTo>
                  <a:pt x="166802" y="1688062"/>
                </a:lnTo>
                <a:lnTo>
                  <a:pt x="257120" y="1927457"/>
                </a:lnTo>
                <a:lnTo>
                  <a:pt x="365200" y="2157510"/>
                </a:lnTo>
                <a:lnTo>
                  <a:pt x="490201" y="2377378"/>
                </a:lnTo>
                <a:lnTo>
                  <a:pt x="631281" y="2586220"/>
                </a:lnTo>
                <a:lnTo>
                  <a:pt x="787597" y="2783193"/>
                </a:lnTo>
                <a:lnTo>
                  <a:pt x="958308" y="2967456"/>
                </a:lnTo>
                <a:lnTo>
                  <a:pt x="1142571" y="3138167"/>
                </a:lnTo>
                <a:lnTo>
                  <a:pt x="1339545" y="3294482"/>
                </a:lnTo>
                <a:lnTo>
                  <a:pt x="1548387" y="3435561"/>
                </a:lnTo>
                <a:lnTo>
                  <a:pt x="1768256" y="3560562"/>
                </a:lnTo>
                <a:lnTo>
                  <a:pt x="1998308" y="3668642"/>
                </a:lnTo>
                <a:lnTo>
                  <a:pt x="2237703" y="3758959"/>
                </a:lnTo>
                <a:lnTo>
                  <a:pt x="2485598" y="3830671"/>
                </a:lnTo>
                <a:lnTo>
                  <a:pt x="2741151" y="3882937"/>
                </a:lnTo>
                <a:lnTo>
                  <a:pt x="3003520" y="3914914"/>
                </a:lnTo>
                <a:lnTo>
                  <a:pt x="3271862" y="3925760"/>
                </a:lnTo>
                <a:lnTo>
                  <a:pt x="3540207" y="3914914"/>
                </a:lnTo>
                <a:lnTo>
                  <a:pt x="3802577" y="3882937"/>
                </a:lnTo>
                <a:lnTo>
                  <a:pt x="4058131" y="3830671"/>
                </a:lnTo>
                <a:lnTo>
                  <a:pt x="4306027" y="3758959"/>
                </a:lnTo>
                <a:lnTo>
                  <a:pt x="4545422" y="3668642"/>
                </a:lnTo>
                <a:lnTo>
                  <a:pt x="4775475" y="3560562"/>
                </a:lnTo>
                <a:lnTo>
                  <a:pt x="4995343" y="3435561"/>
                </a:lnTo>
                <a:lnTo>
                  <a:pt x="5204185" y="3294482"/>
                </a:lnTo>
                <a:lnTo>
                  <a:pt x="5401159" y="3138167"/>
                </a:lnTo>
                <a:lnTo>
                  <a:pt x="5585421" y="2967456"/>
                </a:lnTo>
                <a:lnTo>
                  <a:pt x="5756132" y="2783193"/>
                </a:lnTo>
                <a:lnTo>
                  <a:pt x="5912448" y="2586220"/>
                </a:lnTo>
                <a:lnTo>
                  <a:pt x="6053527" y="2377378"/>
                </a:lnTo>
                <a:lnTo>
                  <a:pt x="6178527" y="2157510"/>
                </a:lnTo>
                <a:lnTo>
                  <a:pt x="6286607" y="1927457"/>
                </a:lnTo>
                <a:lnTo>
                  <a:pt x="6376924" y="1688062"/>
                </a:lnTo>
                <a:lnTo>
                  <a:pt x="6448637" y="1440166"/>
                </a:lnTo>
                <a:lnTo>
                  <a:pt x="6500902" y="1184612"/>
                </a:lnTo>
                <a:lnTo>
                  <a:pt x="6532879" y="922242"/>
                </a:lnTo>
                <a:lnTo>
                  <a:pt x="6543725" y="653897"/>
                </a:lnTo>
                <a:lnTo>
                  <a:pt x="6532879" y="385553"/>
                </a:lnTo>
                <a:lnTo>
                  <a:pt x="6500902" y="123182"/>
                </a:lnTo>
                <a:lnTo>
                  <a:pt x="6475709" y="0"/>
                </a:lnTo>
                <a:lnTo>
                  <a:pt x="68016" y="0"/>
                </a:lnTo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lang="de-DE" sz="3200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111024" y="186266"/>
            <a:ext cx="8048977" cy="1617134"/>
          </a:xfrm>
        </p:spPr>
        <p:txBody>
          <a:bodyPr wrap="square"/>
          <a:lstStyle>
            <a:lvl1pPr algn="ctr">
              <a:defRPr sz="3200"/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0904535"/>
      </p:ext>
    </p:extLst>
  </p:cSld>
  <p:clrMapOvr>
    <a:masterClrMapping/>
  </p:clrMapOvr>
  <p:transition spd="slow"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mit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78367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63734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F605B-D5ED-4E50-8732-413B30639567}" type="datetime1">
              <a:rPr lang="de-DE" smtClean="0"/>
              <a:t>10.09.2024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B424D-7388-4E47-96DE-05DD08099B49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slow"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78367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63734" y="1079500"/>
            <a:ext cx="5482167" cy="540000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 marL="2095500" indent="0">
              <a:buNone/>
              <a:defRPr sz="1800"/>
            </a:lvl4pPr>
            <a:lvl5pPr marL="2516187" indent="0"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</p:spTree>
    <p:extLst>
      <p:ext uri="{BB962C8B-B14F-4D97-AF65-F5344CB8AC3E}">
        <p14:creationId xmlns:p14="http://schemas.microsoft.com/office/powerpoint/2010/main" val="3671420460"/>
      </p:ext>
    </p:extLst>
  </p:cSld>
  <p:clrMapOvr>
    <a:masterClrMapping/>
  </p:clrMapOvr>
  <p:transition spd="slow"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mit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D6DCF-9A54-4102-8936-F70FF075C1AC}" type="datetime1">
              <a:rPr lang="de-DE" smtClean="0"/>
              <a:t>10.09.2024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CB424D-7388-4E47-96DE-05DD08099B49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  <p:transition spd="slow"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 ohne Fußz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658738149"/>
      </p:ext>
    </p:extLst>
  </p:cSld>
  <p:clrMapOvr>
    <a:masterClrMapping/>
  </p:clrMapOvr>
  <p:transition spd="slow"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78368" y="0"/>
            <a:ext cx="11184000" cy="71913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none" lIns="108000" tIns="72000" rIns="108000" bIns="720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Klicken Sie, um das Titelformat zu bearbeiten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78367" y="1079500"/>
            <a:ext cx="11184000" cy="5400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wrap="square" lIns="108000" tIns="10800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Aufzählung der Ebene Eins Aufzählung der Ebene Eins Aufzählung der Ebene Eins</a:t>
            </a:r>
          </a:p>
          <a:p>
            <a:pPr lvl="0"/>
            <a:r>
              <a:rPr lang="de-DE" noProof="0" dirty="0"/>
              <a:t>Aufzählung der Ebene Eins</a:t>
            </a:r>
          </a:p>
          <a:p>
            <a:pPr lvl="1"/>
            <a:r>
              <a:rPr lang="de-DE" noProof="0" dirty="0"/>
              <a:t>Aufzählung der Ebene Zwei Aufzählung der Ebene Zwei Aufzählung der Ebene Zwei</a:t>
            </a:r>
          </a:p>
          <a:p>
            <a:pPr lvl="0"/>
            <a:r>
              <a:rPr lang="de-DE" noProof="0" dirty="0"/>
              <a:t>Aufzählung Erste Ebene</a:t>
            </a:r>
          </a:p>
          <a:p>
            <a:pPr lvl="1"/>
            <a:r>
              <a:rPr lang="de-DE" noProof="0" dirty="0"/>
              <a:t>Aufzählung Zwei</a:t>
            </a:r>
          </a:p>
          <a:p>
            <a:pPr lvl="2"/>
            <a:r>
              <a:rPr lang="de-DE" noProof="0" dirty="0"/>
              <a:t>Aufzählung der Ebene Drei Aufzählung der Ebene Drei Aufzählung der Ebene Drei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"/>
          </p:nvPr>
        </p:nvSpPr>
        <p:spPr>
          <a:xfrm>
            <a:off x="8864600" y="6628876"/>
            <a:ext cx="1440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fld id="{E6806B58-8387-4D56-A674-8B43003A76FF}" type="datetime1">
              <a:rPr lang="de-DE" smtClean="0"/>
              <a:t>10.09.2024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478367" y="6628876"/>
            <a:ext cx="5376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0">
                <a:solidFill>
                  <a:schemeClr val="tx1"/>
                </a:solidFill>
              </a:defRPr>
            </a:lvl1pPr>
          </a:lstStyle>
          <a:p>
            <a:r>
              <a:rPr lang="de-DE"/>
              <a:t>Universität Stuttgart - Lehrstuhl Verkehrsplanung und Verkehrsleittechnik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10685900" y="6628876"/>
            <a:ext cx="960000" cy="14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>
                <a:solidFill>
                  <a:schemeClr val="tx1"/>
                </a:solidFill>
              </a:defRPr>
            </a:lvl1pPr>
          </a:lstStyle>
          <a:p>
            <a:fld id="{6ACB424D-7388-4E47-96DE-05DD08099B49}" type="slidenum">
              <a:rPr lang="de-DE" smtClean="0"/>
              <a:pPr/>
              <a:t>‹Nr.›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81" r:id="rId4"/>
    <p:sldLayoutId id="2147483678" r:id="rId5"/>
    <p:sldLayoutId id="2147483680" r:id="rId6"/>
    <p:sldLayoutId id="2147483677" r:id="rId7"/>
    <p:sldLayoutId id="2147483663" r:id="rId8"/>
    <p:sldLayoutId id="2147483675" r:id="rId9"/>
    <p:sldLayoutId id="2147483665" r:id="rId10"/>
    <p:sldLayoutId id="2147483674" r:id="rId11"/>
    <p:sldLayoutId id="2147483666" r:id="rId12"/>
  </p:sldLayoutIdLst>
  <p:transition spd="slow">
    <p:wipe dir="r"/>
  </p:transition>
  <p:hf hdr="0"/>
  <p:txStyles>
    <p:titleStyle>
      <a:lvl1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+mj-lt"/>
          <a:ea typeface="+mj-ea"/>
          <a:cs typeface="+mj-cs"/>
        </a:defRPr>
      </a:lvl1pPr>
      <a:lvl2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2pPr>
      <a:lvl3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3pPr>
      <a:lvl4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4pPr>
      <a:lvl5pPr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5pPr>
      <a:lvl6pPr marL="4572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6pPr>
      <a:lvl7pPr marL="9144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7pPr>
      <a:lvl8pPr marL="13716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8pPr>
      <a:lvl9pPr marL="1828800" algn="l" defTabSz="766763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33CC"/>
          </a:solidFill>
          <a:latin typeface="Arial" charset="0"/>
        </a:defRPr>
      </a:lvl9pPr>
    </p:titleStyle>
    <p:bodyStyle>
      <a:lvl1pPr marL="285750" indent="-285750" algn="l" defTabSz="766763" rtl="0" eaLnBrk="1" fontAlgn="base" hangingPunct="1">
        <a:lnSpc>
          <a:spcPts val="2600"/>
        </a:lnSpc>
        <a:spcBef>
          <a:spcPts val="12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62000" indent="-285750" algn="l" defTabSz="766763" rtl="0" eaLnBrk="1" fontAlgn="base" hangingPunct="1">
        <a:lnSpc>
          <a:spcPts val="2600"/>
        </a:lnSpc>
        <a:spcBef>
          <a:spcPts val="3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2pPr>
      <a:lvl3pPr marL="1238250" indent="-285750" algn="l" defTabSz="766763" rtl="0" eaLnBrk="1" fontAlgn="base" hangingPunct="1">
        <a:lnSpc>
          <a:spcPts val="2600"/>
        </a:lnSpc>
        <a:spcBef>
          <a:spcPts val="300"/>
        </a:spcBef>
        <a:spcAft>
          <a:spcPct val="0"/>
        </a:spcAft>
        <a:buClr>
          <a:srgbClr val="0033CC"/>
        </a:buClr>
        <a:buFont typeface="Wingdings" pitchFamily="2" charset="2"/>
        <a:buChar char="§"/>
        <a:defRPr sz="2200">
          <a:solidFill>
            <a:schemeClr val="tx1"/>
          </a:solidFill>
          <a:latin typeface="+mn-lt"/>
        </a:defRPr>
      </a:lvl3pPr>
      <a:lvl4pPr marL="2325688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–"/>
        <a:defRPr sz="1600">
          <a:solidFill>
            <a:schemeClr val="tx1"/>
          </a:solidFill>
          <a:latin typeface="+mn-lt"/>
        </a:defRPr>
      </a:lvl4pPr>
      <a:lvl5pPr marL="27463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5pPr>
      <a:lvl6pPr marL="32035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6pPr>
      <a:lvl7pPr marL="36607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7pPr>
      <a:lvl8pPr marL="41179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8pPr>
      <a:lvl9pPr marL="4575175" indent="-230188" algn="l" defTabSz="766763" rtl="0" eaLnBrk="1" fontAlgn="base" hangingPunct="1">
        <a:spcBef>
          <a:spcPct val="20000"/>
        </a:spcBef>
        <a:spcAft>
          <a:spcPct val="0"/>
        </a:spcAft>
        <a:buSzPct val="100000"/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de-DE"/>
              <a:t>N.N.</a:t>
            </a:r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9643820" y="3798732"/>
            <a:ext cx="1807590" cy="718012"/>
          </a:xfrm>
        </p:spPr>
        <p:txBody>
          <a:bodyPr/>
          <a:lstStyle/>
          <a:p>
            <a:r>
              <a:rPr lang="de-DE" dirty="0"/>
              <a:t>Automatisch eingefügte Infos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6"/>
          </p:nvPr>
        </p:nvSpPr>
        <p:spPr>
          <a:xfrm>
            <a:off x="6691393" y="2005580"/>
            <a:ext cx="4567836" cy="989995"/>
          </a:xfrm>
        </p:spPr>
        <p:txBody>
          <a:bodyPr/>
          <a:lstStyle/>
          <a:p>
            <a:pPr marL="0" indent="0" algn="ctr">
              <a:buNone/>
            </a:pPr>
            <a:r>
              <a:rPr lang="de-DE" dirty="0"/>
              <a:t>Ergebnisse </a:t>
            </a:r>
            <a:r>
              <a:rPr lang="de-DE"/>
              <a:t>Szenarien Luftlinientool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9394237"/>
      </p:ext>
    </p:extLst>
  </p:cSld>
  <p:clrMapOvr>
    <a:masterClrMapping/>
  </p:clrMapOvr>
  <p:transition spd="slow" advTm="5000">
    <p:wipe dir="r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S_PPT_DBNAME" val="289efdeb-c5c3-42dd-b2c1-692b05f3cd46.mdb"/>
</p:tagLst>
</file>

<file path=ppt/theme/theme1.xml><?xml version="1.0" encoding="utf-8"?>
<a:theme xmlns:a="http://schemas.openxmlformats.org/drawingml/2006/main" name="ISV-Folie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ISV-Folie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ISV-Foli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SV-Folie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SV-Folie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VuV-Folienvorlage_UniDesign_16_9.potx" id="{144A18CB-0BC7-44B4-A945-D0D2F8A2502E}" vid="{F1D18700-470D-46E1-880B-ADAF814E326A}"/>
    </a:ext>
  </a:ext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VuV-Folienvorlage_UniDesign_16_9</Template>
  <TotalTime>0</TotalTime>
  <Pages>6</Pages>
  <Words>10</Words>
  <Application>Microsoft Office PowerPoint</Application>
  <PresentationFormat>Breitbild</PresentationFormat>
  <Paragraphs>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4" baseType="lpstr">
      <vt:lpstr>Arial</vt:lpstr>
      <vt:lpstr>Wingdings</vt:lpstr>
      <vt:lpstr>ISV-Folien</vt:lpstr>
      <vt:lpstr>Automatisch eingefügte Infos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Kurs- oder Veranstaltungsname</dc:title>
  <dc:creator>Magdalena Schilling</dc:creator>
  <cp:lastModifiedBy>Magdalena Schilling</cp:lastModifiedBy>
  <cp:revision>3</cp:revision>
  <cp:lastPrinted>1999-03-16T06:55:49Z</cp:lastPrinted>
  <dcterms:created xsi:type="dcterms:W3CDTF">2022-11-08T15:23:48Z</dcterms:created>
  <dcterms:modified xsi:type="dcterms:W3CDTF">2024-09-10T09:42:21Z</dcterms:modified>
</cp:coreProperties>
</file>